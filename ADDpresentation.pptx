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01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47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6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58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7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72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45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8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790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3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7E7FC3-3190-49F5-B2B6-DF4E3810A94B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1207E21-DE09-46DB-99C7-AFFA561933C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46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15AF-A070-8D93-615D-AB34FF7A3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2" y="1570022"/>
            <a:ext cx="9144000" cy="1110892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“Course </a:t>
            </a:r>
            <a:r>
              <a:rPr lang="en-IN" sz="4400" b="1" dirty="0" err="1">
                <a:solidFill>
                  <a:schemeClr val="accent2">
                    <a:lumMod val="75000"/>
                  </a:schemeClr>
                </a:solidFill>
              </a:rPr>
              <a:t>enroll</a:t>
            </a:r>
            <a:r>
              <a:rPr lang="en-IN" sz="4400" b="1" dirty="0">
                <a:solidFill>
                  <a:schemeClr val="accent2">
                    <a:lumMod val="75000"/>
                  </a:schemeClr>
                </a:solidFill>
              </a:rPr>
              <a:t> + ,Online Course Registration”</a:t>
            </a:r>
            <a:endParaRPr lang="en-IN" sz="4400" dirty="0">
              <a:solidFill>
                <a:schemeClr val="accent2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98CD4-E492-1628-F218-7CA3ADBA1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1050" b="1" dirty="0">
                <a:latin typeface="Arial Black" panose="020B0A04020102020204" pitchFamily="34" charset="0"/>
              </a:rPr>
              <a:t>Mind gamers &amp; Team Members</a:t>
            </a:r>
          </a:p>
          <a:p>
            <a:pPr algn="l"/>
            <a:r>
              <a:rPr lang="en-IN" sz="1050" b="1" dirty="0">
                <a:latin typeface="Arial Black" panose="020B0A04020102020204" pitchFamily="34" charset="0"/>
              </a:rPr>
              <a:t>25ad162		</a:t>
            </a:r>
            <a:r>
              <a:rPr lang="en-IN" sz="1050" b="1" dirty="0" err="1">
                <a:latin typeface="Arial Black" panose="020B0A04020102020204" pitchFamily="34" charset="0"/>
              </a:rPr>
              <a:t>Rajamathalai</a:t>
            </a:r>
            <a:r>
              <a:rPr lang="en-IN" sz="1050" b="1" dirty="0">
                <a:latin typeface="Arial Black" panose="020B0A04020102020204" pitchFamily="34" charset="0"/>
              </a:rPr>
              <a:t> </a:t>
            </a:r>
            <a:r>
              <a:rPr lang="en-IN" sz="1050" b="1" dirty="0" err="1">
                <a:latin typeface="Arial Black" panose="020B0A04020102020204" pitchFamily="34" charset="0"/>
              </a:rPr>
              <a:t>priyaesh</a:t>
            </a:r>
            <a:r>
              <a:rPr lang="en-IN" sz="1050" b="1" dirty="0">
                <a:latin typeface="Arial Black" panose="020B0A04020102020204" pitchFamily="34" charset="0"/>
              </a:rPr>
              <a:t> V</a:t>
            </a:r>
          </a:p>
          <a:p>
            <a:pPr algn="l"/>
            <a:r>
              <a:rPr lang="en-IN" sz="1050" b="1" dirty="0">
                <a:latin typeface="Arial Black" panose="020B0A04020102020204" pitchFamily="34" charset="0"/>
              </a:rPr>
              <a:t>25ad145		</a:t>
            </a:r>
            <a:r>
              <a:rPr lang="en-IN" sz="1050" b="1" dirty="0" err="1">
                <a:latin typeface="Arial Black" panose="020B0A04020102020204" pitchFamily="34" charset="0"/>
              </a:rPr>
              <a:t>poovaragavan</a:t>
            </a:r>
            <a:r>
              <a:rPr lang="en-IN" sz="1050" b="1" dirty="0">
                <a:latin typeface="Arial Black" panose="020B0A04020102020204" pitchFamily="34" charset="0"/>
              </a:rPr>
              <a:t> k</a:t>
            </a:r>
          </a:p>
          <a:p>
            <a:pPr algn="l"/>
            <a:r>
              <a:rPr lang="en-IN" sz="1050" b="1" dirty="0">
                <a:latin typeface="Arial Black" panose="020B0A04020102020204" pitchFamily="34" charset="0"/>
              </a:rPr>
              <a:t>25ad127		Naveen kumar m</a:t>
            </a:r>
          </a:p>
          <a:p>
            <a:pPr algn="l"/>
            <a:r>
              <a:rPr lang="en-IN" sz="1050" b="1" dirty="0">
                <a:latin typeface="Arial Black" panose="020B0A04020102020204" pitchFamily="34" charset="0"/>
              </a:rPr>
              <a:t>25ad168		Ranjith kumar c</a:t>
            </a:r>
          </a:p>
          <a:p>
            <a:pPr algn="l"/>
            <a:endParaRPr lang="en-IN" sz="105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7D739-193B-6936-69A4-BE713E44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92072"/>
            <a:ext cx="2478200" cy="814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7F0A26-612F-6DEA-57B7-3F46B34A9545}"/>
              </a:ext>
            </a:extLst>
          </p:cNvPr>
          <p:cNvSpPr txBox="1"/>
          <p:nvPr/>
        </p:nvSpPr>
        <p:spPr>
          <a:xfrm>
            <a:off x="5580596" y="6416261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</a:rPr>
              <a:t>U23CS381 – Application Design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404615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AC48BB75-0E2A-FA48-E116-75077D167A01}"/>
              </a:ext>
            </a:extLst>
          </p:cNvPr>
          <p:cNvSpPr/>
          <p:nvPr/>
        </p:nvSpPr>
        <p:spPr>
          <a:xfrm>
            <a:off x="5362194" y="5303169"/>
            <a:ext cx="1600200" cy="366370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9E4E1AA0-2673-A606-581C-3896C28790F5}"/>
              </a:ext>
            </a:extLst>
          </p:cNvPr>
          <p:cNvSpPr/>
          <p:nvPr/>
        </p:nvSpPr>
        <p:spPr>
          <a:xfrm>
            <a:off x="5010912" y="4915760"/>
            <a:ext cx="2240280" cy="352916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2A288E8D-7FE1-E47E-3993-21FA62FEC3BC}"/>
              </a:ext>
            </a:extLst>
          </p:cNvPr>
          <p:cNvSpPr/>
          <p:nvPr/>
        </p:nvSpPr>
        <p:spPr>
          <a:xfrm>
            <a:off x="5295900" y="4571509"/>
            <a:ext cx="1600200" cy="296304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9AB28D3A-3D9C-FD8F-9672-7E7E453EB732}"/>
              </a:ext>
            </a:extLst>
          </p:cNvPr>
          <p:cNvSpPr/>
          <p:nvPr/>
        </p:nvSpPr>
        <p:spPr>
          <a:xfrm>
            <a:off x="5311140" y="4218593"/>
            <a:ext cx="1600200" cy="296304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5B53084B-5B51-3C0D-B664-7708DA61040A}"/>
              </a:ext>
            </a:extLst>
          </p:cNvPr>
          <p:cNvSpPr/>
          <p:nvPr/>
        </p:nvSpPr>
        <p:spPr>
          <a:xfrm>
            <a:off x="5229606" y="3852921"/>
            <a:ext cx="1732788" cy="309060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BBB95A52-4FEE-6E9C-6E4A-B8AD43928F83}"/>
              </a:ext>
            </a:extLst>
          </p:cNvPr>
          <p:cNvSpPr/>
          <p:nvPr/>
        </p:nvSpPr>
        <p:spPr>
          <a:xfrm>
            <a:off x="5295900" y="3483953"/>
            <a:ext cx="1630680" cy="312356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CCDAC597-BE75-AC0A-5F8F-BF822F47899C}"/>
              </a:ext>
            </a:extLst>
          </p:cNvPr>
          <p:cNvSpPr/>
          <p:nvPr/>
        </p:nvSpPr>
        <p:spPr>
          <a:xfrm>
            <a:off x="5295900" y="3202037"/>
            <a:ext cx="1630680" cy="217508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7730554A-269F-36E7-5023-0C43D109B948}"/>
              </a:ext>
            </a:extLst>
          </p:cNvPr>
          <p:cNvSpPr/>
          <p:nvPr/>
        </p:nvSpPr>
        <p:spPr>
          <a:xfrm>
            <a:off x="5010912" y="2825273"/>
            <a:ext cx="2240280" cy="309060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A7070795-F19A-E698-4E69-BE05E6087F4A}"/>
              </a:ext>
            </a:extLst>
          </p:cNvPr>
          <p:cNvSpPr/>
          <p:nvPr/>
        </p:nvSpPr>
        <p:spPr>
          <a:xfrm>
            <a:off x="5326380" y="2448509"/>
            <a:ext cx="1600200" cy="261112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25400DCF-5AC0-A4C0-7565-0469D0A84F0D}"/>
              </a:ext>
            </a:extLst>
          </p:cNvPr>
          <p:cNvSpPr/>
          <p:nvPr/>
        </p:nvSpPr>
        <p:spPr>
          <a:xfrm flipV="1">
            <a:off x="5326380" y="2047646"/>
            <a:ext cx="1600200" cy="285211"/>
          </a:xfrm>
          <a:prstGeom prst="round2Same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0800F-E2A7-FAFE-7323-A6D260FB5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78145"/>
            <a:ext cx="10058400" cy="814136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2683C6"/>
                </a:solidFill>
                <a:latin typeface="Book Antiqua" panose="02040602050305030304" pitchFamily="18" charset="0"/>
              </a:rPr>
              <a:t>Website Workflow / 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BCE10-0407-D71E-32CB-0768A58EB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8585"/>
            <a:ext cx="10058400" cy="4276813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Start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Home Page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Course Selection Form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Select Subjects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Select Schedule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lang="en-IN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Calculate Credits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Validate Form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Submit 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→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Confirmation Message</a:t>
            </a:r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→ 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End</a:t>
            </a:r>
          </a:p>
          <a:p>
            <a:pPr marL="0" indent="0" algn="ctr">
              <a:buNone/>
            </a:pPr>
            <a:r>
              <a:rPr lang="en-IN" dirty="0">
                <a:solidFill>
                  <a:srgbClr val="FF0000"/>
                </a:solidFill>
              </a:rPr>
              <a:t>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062A3-4C8D-750B-548E-FB5904E48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92072"/>
            <a:ext cx="2478200" cy="814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30F964-D163-04FA-9CBB-BB3010BF2B7D}"/>
              </a:ext>
            </a:extLst>
          </p:cNvPr>
          <p:cNvSpPr txBox="1"/>
          <p:nvPr/>
        </p:nvSpPr>
        <p:spPr>
          <a:xfrm>
            <a:off x="5580596" y="6416261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</a:rPr>
              <a:t>U23CS381 – Application Design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89790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23F5-1337-6918-FDC6-E6CAB939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21156"/>
            <a:ext cx="10058400" cy="748454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2683C6"/>
                </a:solidFill>
                <a:latin typeface="Book Antiqua" panose="02040602050305030304" pitchFamily="18" charset="0"/>
              </a:rPr>
              <a:t>Page Layout &amp;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7EE84-5DB3-C815-57D7-A4B3162E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1.HTML Form Structure is used to collect user inputs such as name, subjects and </a:t>
            </a:r>
            <a:r>
              <a:rPr lang="en-US" dirty="0" err="1"/>
              <a:t>schedule.Checkbox</a:t>
            </a:r>
            <a:r>
              <a:rPr lang="en-US" dirty="0"/>
              <a:t> Inputs with Data Attributes (data-credits) store credit values for each subject.</a:t>
            </a:r>
          </a:p>
          <a:p>
            <a:r>
              <a:rPr lang="en-US" dirty="0"/>
              <a:t>2.CSS Styling &amp; Flexbox Layout make the page visually neat and </a:t>
            </a:r>
            <a:r>
              <a:rPr lang="en-US" dirty="0" err="1"/>
              <a:t>responsive.JavaScript</a:t>
            </a:r>
            <a:r>
              <a:rPr lang="en-US" dirty="0"/>
              <a:t> DOM Manipulation is used to select elements and update content dynamically.</a:t>
            </a:r>
          </a:p>
          <a:p>
            <a:r>
              <a:rPr lang="en-US" dirty="0"/>
              <a:t>3.Event Listeners (change and submit) detect actions like selecting subjects and submitting the form.</a:t>
            </a:r>
          </a:p>
          <a:p>
            <a:r>
              <a:rPr lang="en-US" dirty="0"/>
              <a:t>4.Dynamic Credit Calculation adds the credit values of selected subjects and displays the total immediately.</a:t>
            </a:r>
          </a:p>
          <a:p>
            <a:r>
              <a:rPr lang="en-US"/>
              <a:t>5.Form </a:t>
            </a:r>
            <a:r>
              <a:rPr lang="en-US" dirty="0"/>
              <a:t>Validation &amp; Confirmation Message ensures correct input and shows a success message using template literals.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DDC56-6A84-F7C4-79FA-0FCD9B094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82240"/>
            <a:ext cx="2478200" cy="814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EB7A89-7DC2-BCC9-1B68-10B55AA5F873}"/>
              </a:ext>
            </a:extLst>
          </p:cNvPr>
          <p:cNvSpPr txBox="1"/>
          <p:nvPr/>
        </p:nvSpPr>
        <p:spPr>
          <a:xfrm>
            <a:off x="5580596" y="6416261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</a:rPr>
              <a:t>U23CS381 – Application Design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282576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8101-DF3C-3EEC-C641-FC7E277F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57890"/>
            <a:ext cx="10058400" cy="840984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2683C6"/>
                </a:solidFill>
                <a:latin typeface="Book Antiqua" panose="02040602050305030304" pitchFamily="18" charset="0"/>
              </a:rPr>
              <a:t>Screenshots</a:t>
            </a:r>
          </a:p>
        </p:txBody>
      </p:sp>
      <p:pic>
        <p:nvPicPr>
          <p:cNvPr id="9" name="Content Placeholder 8" descr="A screen shot of a registration form&#10;&#10;AI-generated content may be incorrect.">
            <a:extLst>
              <a:ext uri="{FF2B5EF4-FFF2-40B4-BE49-F238E27FC236}">
                <a16:creationId xmlns:a16="http://schemas.microsoft.com/office/drawing/2014/main" id="{D68908AB-4E7F-5D01-7A14-84D7D73E5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750" y="1985963"/>
            <a:ext cx="5076825" cy="374332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2E412B-959B-CF9B-5375-6B9E38FDC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82240"/>
            <a:ext cx="2478200" cy="814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0F00C5-A345-1DBE-BAD5-D8B98D5F17DD}"/>
              </a:ext>
            </a:extLst>
          </p:cNvPr>
          <p:cNvSpPr txBox="1"/>
          <p:nvPr/>
        </p:nvSpPr>
        <p:spPr>
          <a:xfrm>
            <a:off x="5580596" y="6416261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/>
                </a:solidFill>
              </a:rPr>
              <a:t>U23CS381 – Application Design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09643566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</TotalTime>
  <Words>221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 Black</vt:lpstr>
      <vt:lpstr>Bahnschrift</vt:lpstr>
      <vt:lpstr>Book Antiqua</vt:lpstr>
      <vt:lpstr>Calibri</vt:lpstr>
      <vt:lpstr>Calibri Light</vt:lpstr>
      <vt:lpstr>Retrospect</vt:lpstr>
      <vt:lpstr>“Course enroll + ,Online Course Registration”</vt:lpstr>
      <vt:lpstr>Website Workflow / User Flow</vt:lpstr>
      <vt:lpstr>Page Layout &amp; Structure</vt:lpstr>
      <vt:lpstr>Screenshots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PRAKASHAM P</dc:creator>
  <cp:lastModifiedBy>Naveen kumar</cp:lastModifiedBy>
  <cp:revision>5</cp:revision>
  <dcterms:created xsi:type="dcterms:W3CDTF">2025-11-27T12:59:02Z</dcterms:created>
  <dcterms:modified xsi:type="dcterms:W3CDTF">2025-11-28T09:16:41Z</dcterms:modified>
</cp:coreProperties>
</file>